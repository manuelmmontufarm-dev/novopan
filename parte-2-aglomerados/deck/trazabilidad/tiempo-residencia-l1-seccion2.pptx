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c992219c264316" /><Relationship Type="http://schemas.openxmlformats.org/officeDocument/2006/relationships/extended-properties" Target="/docProps/app.xml" Id="Rb3940ab495824dfb" /><Relationship Type="http://schemas.openxmlformats.org/officeDocument/2006/relationships/officeDocument" Target="/ppt/presentation.xml" Id="R946a947467f04e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6cc969d56d4468"/>
  </p:sldMasterIdLst>
  <p:notesMasterIdLst>
    <p:notesMasterId xmlns:r="http://schemas.openxmlformats.org/officeDocument/2006/relationships" r:id="Rcf12845105a84823"/>
  </p:notesMasterIdLst>
  <p:sldIdLst>
    <p:sldId xmlns:r="http://schemas.openxmlformats.org/officeDocument/2006/relationships" id="256" r:id="R7732b2b8b8594155"/>
    <p:sldId xmlns:r="http://schemas.openxmlformats.org/officeDocument/2006/relationships" id="257" r:id="R2a64db1458b141d1"/>
    <p:sldId xmlns:r="http://schemas.openxmlformats.org/officeDocument/2006/relationships" id="258" r:id="Re8668b45194d4ce1"/>
    <p:sldId xmlns:r="http://schemas.openxmlformats.org/officeDocument/2006/relationships" id="259" r:id="R103bb6128eca4847"/>
    <p:sldId xmlns:r="http://schemas.openxmlformats.org/officeDocument/2006/relationships" id="260" r:id="R1f30bb96d74b4e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3fba9d24c44d6" /><Relationship Type="http://schemas.openxmlformats.org/officeDocument/2006/relationships/slideMaster" Target="/ppt/slideMasters/slideMaster1.xml" Id="R216cc969d56d4468" /><Relationship Type="http://schemas.openxmlformats.org/officeDocument/2006/relationships/notesMaster" Target="/ppt/notesMasters/notesMaster1.xml" Id="Rcf12845105a84823" /><Relationship Type="http://schemas.openxmlformats.org/officeDocument/2006/relationships/presProps" Target="/ppt/presProps.xml" Id="R526c17070c6d4504" /><Relationship Type="http://schemas.openxmlformats.org/officeDocument/2006/relationships/tableStyles" Target="/ppt/tableStyles.xml" Id="R65b197fe02fb4814" /><Relationship Type="http://schemas.openxmlformats.org/officeDocument/2006/relationships/slide" Target="/ppt/slides/slide1.xml" Id="R7732b2b8b8594155" /><Relationship Type="http://schemas.openxmlformats.org/officeDocument/2006/relationships/slide" Target="/ppt/slides/slide2.xml" Id="R2a64db1458b141d1" /><Relationship Type="http://schemas.openxmlformats.org/officeDocument/2006/relationships/slide" Target="/ppt/slides/slide3.xml" Id="Re8668b45194d4ce1" /><Relationship Type="http://schemas.openxmlformats.org/officeDocument/2006/relationships/slide" Target="/ppt/slides/slide4.xml" Id="R103bb6128eca4847" /><Relationship Type="http://schemas.openxmlformats.org/officeDocument/2006/relationships/slide" Target="/ppt/slides/slide5.xml" Id="R1f30bb96d74b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9cd0c4a9f9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23bbfa0214c12" /><Relationship Type="http://schemas.openxmlformats.org/officeDocument/2006/relationships/notesMaster" Target="/ppt/notesMasters/notesMaster1.xml" Id="Ra3775b9bd52548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92fe7346e24812" /><Relationship Type="http://schemas.openxmlformats.org/officeDocument/2006/relationships/notesMaster" Target="/ppt/notesMasters/notesMaster1.xml" Id="R7417cb01ff59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c257584f4044ab" /><Relationship Type="http://schemas.openxmlformats.org/officeDocument/2006/relationships/notesMaster" Target="/ppt/notesMasters/notesMaster1.xml" Id="R1110d717fe2d4c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c9566e8bda4418" /><Relationship Type="http://schemas.openxmlformats.org/officeDocument/2006/relationships/notesMaster" Target="/ppt/notesMasters/notesMaster1.xml" Id="R67c9685a9ea3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45824aa3a4aca" /><Relationship Type="http://schemas.openxmlformats.org/officeDocument/2006/relationships/notesMaster" Target="/ppt/notesMasters/notesMaster1.xml" Id="R32bb4698fa6241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c1802a9174f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92661e9ea4202" /><Relationship Type="http://schemas.openxmlformats.org/officeDocument/2006/relationships/slideLayout" Target="/ppt/slideLayouts/slideLayout1.xml" Id="R0f9ae4de0a87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ae4de0a87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b88db3327425a" /><Relationship Type="http://schemas.openxmlformats.org/officeDocument/2006/relationships/notesSlide" Target="/ppt/notesSlides/notesSlide1.xml" Id="Rc5094e3ff21f49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ebc5619654d64" /><Relationship Type="http://schemas.openxmlformats.org/officeDocument/2006/relationships/image" Target="/ppt/media/image.png" Id="Radd9c94cda034ac8" /><Relationship Type="http://schemas.openxmlformats.org/officeDocument/2006/relationships/image" Target="/ppt/media/image2.png" Id="Rbaeb90eb5af84e67" /><Relationship Type="http://schemas.openxmlformats.org/officeDocument/2006/relationships/image" Target="/ppt/media/image3.png" Id="R94f0f24a7bbd4e40" /><Relationship Type="http://schemas.openxmlformats.org/officeDocument/2006/relationships/image" Target="/ppt/media/image4.png" Id="Rc8511c4ffd844612" /><Relationship Type="http://schemas.openxmlformats.org/officeDocument/2006/relationships/notesSlide" Target="/ppt/notesSlides/notesSlide2.xml" Id="Reb3a16dd9dc3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6235e2a404122" /><Relationship Type="http://schemas.openxmlformats.org/officeDocument/2006/relationships/image" Target="/ppt/media/image5.png" Id="R1da4db2c6c694c98" /><Relationship Type="http://schemas.openxmlformats.org/officeDocument/2006/relationships/image" Target="/ppt/media/image6.png" Id="R3d074d29199a4110" /><Relationship Type="http://schemas.openxmlformats.org/officeDocument/2006/relationships/image" Target="/ppt/media/image7.png" Id="R3a6f6790771040d2" /><Relationship Type="http://schemas.openxmlformats.org/officeDocument/2006/relationships/image" Target="/ppt/media/image8.png" Id="R89f619a51585456b" /><Relationship Type="http://schemas.openxmlformats.org/officeDocument/2006/relationships/image" Target="/ppt/media/image9.png" Id="R173036564f8f4cb5" /><Relationship Type="http://schemas.openxmlformats.org/officeDocument/2006/relationships/image" Target="/ppt/media/image10.png" Id="Rbe316687d7154377" /><Relationship Type="http://schemas.openxmlformats.org/officeDocument/2006/relationships/notesSlide" Target="/ppt/notesSlides/notesSlide3.xml" Id="R9abd9fde813444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da615f1d24ec8" /><Relationship Type="http://schemas.openxmlformats.org/officeDocument/2006/relationships/image" Target="/ppt/media/image11.png" Id="R21f14e67e1b5401c" /><Relationship Type="http://schemas.openxmlformats.org/officeDocument/2006/relationships/notesSlide" Target="/ppt/notesSlides/notesSlide4.xml" Id="Rcb19037bd691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e7398bf664a99" /><Relationship Type="http://schemas.openxmlformats.org/officeDocument/2006/relationships/image" Target="/ppt/media/image12.png" Id="R272dc4ec5a1b4b95" /><Relationship Type="http://schemas.openxmlformats.org/officeDocument/2006/relationships/notesSlide" Target="/ppt/notesSlides/notesSlide5.xml" Id="R03e67469a096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98EC341-DF1C-46BE-B3A4-CACB6A26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E14AFB2-E136-4B4A-98A5-DC8EE61C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67D2"/>
                </a:solidFill>
              </a:defRPr>
            </a:pPr>
            <a:r>
              <a:rPr sz="1200" b="1">
                <a:solidFill>
                  <a:srgbClr val="1967D2"/>
                </a:solidFill>
              </a:rPr>
              <a:t>TRAZABILIDAD · CAMBIO DE MATERIAL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37D901E-B4E6-4A34-A979-4CB95E5F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3822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2536"/>
                </a:solidFill>
              </a:defRPr>
            </a:pPr>
            <a:r>
              <a:rPr sz="3900" b="1">
                <a:solidFill>
                  <a:srgbClr val="162536"/>
                </a:solidFill>
              </a:rPr>
              <a:t>Tiempo de residencia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004B4FB-EF4A-4986-85F1-215F1FD6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859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7083"/>
                </a:solidFill>
              </a:defRPr>
            </a:pPr>
            <a:r>
              <a:rPr sz="2100" b="0">
                <a:solidFill>
                  <a:srgbClr val="607083"/>
                </a:solidFill>
              </a:rPr>
              <a:t>Línea 1 · Sección 2 · dosing → prensa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2938DC97-C0FB-497F-8EF3-0C7D9A0F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g-HMI-104-332">
            <a:extLst xmlns:a="http://schemas.openxmlformats.org/drawingml/2006/main">
              <a:ext uri="{FF2B5EF4-FFF2-40B4-BE49-F238E27FC236}">
                <a16:creationId xmlns:a16="http://schemas.microsoft.com/office/drawing/2014/main" id="{5FC2C66B-9EBC-4D02-AAAB-516E8CCE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g-text-HMI-104-332">
            <a:extLst xmlns:a="http://schemas.openxmlformats.org/drawingml/2006/main">
              <a:ext uri="{FF2B5EF4-FFF2-40B4-BE49-F238E27FC236}">
                <a16:creationId xmlns:a16="http://schemas.microsoft.com/office/drawing/2014/main" id="{0C389DF3-3589-4023-AAC4-CD218E2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HMI</a:t>
            </a:r>
          </a:p>
        </p:txBody>
      </p:sp>
      <p:sp>
        <p:nvSpPr>
          <p:cNvPr id="8" name="source-HMI">
            <a:extLst xmlns:a="http://schemas.openxmlformats.org/drawingml/2006/main">
              <a:ext uri="{FF2B5EF4-FFF2-40B4-BE49-F238E27FC236}">
                <a16:creationId xmlns:a16="http://schemas.microsoft.com/office/drawing/2014/main" id="{2F0B6946-150B-454A-83B5-2360D25E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536"/>
                </a:solidFill>
              </a:defRPr>
            </a:pPr>
            <a:r>
              <a:rPr sz="1575" b="1">
                <a:solidFill>
                  <a:srgbClr val="162536"/>
                </a:solidFill>
              </a:rPr>
              <a:t>Caudales · holdups</a:t>
            </a:r>
          </a:p>
        </p:txBody>
      </p:sp>
      <p:sp>
        <p:nvSpPr>
          <p:cNvPr id="9" name="source-line-HMI">
            <a:extLst xmlns:a="http://schemas.openxmlformats.org/drawingml/2006/main">
              <a:ext uri="{FF2B5EF4-FFF2-40B4-BE49-F238E27FC236}">
                <a16:creationId xmlns:a16="http://schemas.microsoft.com/office/drawing/2014/main" id="{784B2FDC-8AE2-4240-8F20-06BAA77C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g-Medido-476-332">
            <a:extLst xmlns:a="http://schemas.openxmlformats.org/drawingml/2006/main">
              <a:ext uri="{FF2B5EF4-FFF2-40B4-BE49-F238E27FC236}">
                <a16:creationId xmlns:a16="http://schemas.microsoft.com/office/drawing/2014/main" id="{A5ECC747-1E4C-4E41-A2DD-A8458779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Medido-476-332">
            <a:extLst xmlns:a="http://schemas.openxmlformats.org/drawingml/2006/main">
              <a:ext uri="{FF2B5EF4-FFF2-40B4-BE49-F238E27FC236}">
                <a16:creationId xmlns:a16="http://schemas.microsoft.com/office/drawing/2014/main" id="{3BDC0170-5542-431D-A5F7-0013C4DF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794E"/>
                </a:solidFill>
              </a:defRPr>
            </a:pPr>
            <a:r>
              <a:rPr sz="1125" b="1">
                <a:solidFill>
                  <a:srgbClr val="18794E"/>
                </a:solidFill>
              </a:rPr>
              <a:t>Medido</a:t>
            </a:r>
          </a:p>
        </p:txBody>
      </p:sp>
      <p:sp>
        <p:nvSpPr>
          <p:cNvPr id="12" name="source-Medido">
            <a:extLst xmlns:a="http://schemas.openxmlformats.org/drawingml/2006/main">
              <a:ext uri="{FF2B5EF4-FFF2-40B4-BE49-F238E27FC236}">
                <a16:creationId xmlns:a16="http://schemas.microsoft.com/office/drawing/2014/main" id="{D7CABBF4-15FB-4849-85A0-11380295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536"/>
                </a:solidFill>
              </a:defRPr>
            </a:pPr>
            <a:r>
              <a:rPr sz="1575" b="1">
                <a:solidFill>
                  <a:srgbClr val="162536"/>
                </a:solidFill>
              </a:rPr>
              <a:t>Longitudes · velocidades</a:t>
            </a:r>
          </a:p>
        </p:txBody>
      </p:sp>
      <p:sp>
        <p:nvSpPr>
          <p:cNvPr id="13" name="source-line-Medido">
            <a:extLst xmlns:a="http://schemas.openxmlformats.org/drawingml/2006/main">
              <a:ext uri="{FF2B5EF4-FFF2-40B4-BE49-F238E27FC236}">
                <a16:creationId xmlns:a16="http://schemas.microsoft.com/office/drawing/2014/main" id="{6FD1A978-A7CE-413B-8C67-C80624A4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g-Test-848-332">
            <a:extLst xmlns:a="http://schemas.openxmlformats.org/drawingml/2006/main">
              <a:ext uri="{FF2B5EF4-FFF2-40B4-BE49-F238E27FC236}">
                <a16:creationId xmlns:a16="http://schemas.microsoft.com/office/drawing/2014/main" id="{F4485D57-74A9-4279-A0CB-F0BDBF7D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g-text-Test-848-332">
            <a:extLst xmlns:a="http://schemas.openxmlformats.org/drawingml/2006/main">
              <a:ext uri="{FF2B5EF4-FFF2-40B4-BE49-F238E27FC236}">
                <a16:creationId xmlns:a16="http://schemas.microsoft.com/office/drawing/2014/main" id="{E88BE293-6617-4466-90D4-AB9E759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5B00"/>
                </a:solidFill>
              </a:defRPr>
            </a:pPr>
            <a:r>
              <a:rPr sz="1125" b="1">
                <a:solidFill>
                  <a:srgbClr val="9A5B00"/>
                </a:solidFill>
              </a:rPr>
              <a:t>Test</a:t>
            </a:r>
          </a:p>
        </p:txBody>
      </p:sp>
      <p:sp>
        <p:nvSpPr>
          <p:cNvPr id="16" name="source-Test">
            <a:extLst xmlns:a="http://schemas.openxmlformats.org/drawingml/2006/main">
              <a:ext uri="{FF2B5EF4-FFF2-40B4-BE49-F238E27FC236}">
                <a16:creationId xmlns:a16="http://schemas.microsoft.com/office/drawing/2014/main" id="{218EA814-0A52-472A-ADB1-52720798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2536"/>
                </a:solidFill>
              </a:defRPr>
            </a:pPr>
            <a:r>
              <a:rPr sz="1575" b="1">
                <a:solidFill>
                  <a:srgbClr val="162536"/>
                </a:solidFill>
              </a:rPr>
              <a:t>Prueba de trazador</a:t>
            </a:r>
          </a:p>
        </p:txBody>
      </p:sp>
      <p:sp>
        <p:nvSpPr>
          <p:cNvPr id="17" name="source-line-Test">
            <a:extLst xmlns:a="http://schemas.openxmlformats.org/drawingml/2006/main">
              <a:ext uri="{FF2B5EF4-FFF2-40B4-BE49-F238E27FC236}">
                <a16:creationId xmlns:a16="http://schemas.microsoft.com/office/drawing/2014/main" id="{1A3082DD-2540-40C9-B1D4-90DE96B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tation">
            <a:extLst xmlns:a="http://schemas.openxmlformats.org/drawingml/2006/main">
              <a:ext uri="{FF2B5EF4-FFF2-40B4-BE49-F238E27FC236}">
                <a16:creationId xmlns:a16="http://schemas.microsoft.com/office/drawing/2014/main" id="{90C702CB-2D75-44E9-9301-0947E893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3"/>
                </a:solidFill>
              </a:defRPr>
            </a:pPr>
            <a:r>
              <a:rPr sz="1350" b="0">
                <a:solidFill>
                  <a:srgbClr val="607083"/>
                </a:solidFill>
              </a:rPr>
              <a:t>τ  recipiente     ·     t  transporte / medido / test     ·     f  fina     ·     g  gruesa</a:t>
            </a:r>
          </a:p>
        </p:txBody>
      </p:sp>
      <p:sp>
        <p:nvSpPr>
          <p:cNvPr id="19" name="cover-date">
            <a:extLst xmlns:a="http://schemas.openxmlformats.org/drawingml/2006/main">
              <a:ext uri="{FF2B5EF4-FFF2-40B4-BE49-F238E27FC236}">
                <a16:creationId xmlns:a16="http://schemas.microsoft.com/office/drawing/2014/main" id="{F6994EE9-A444-4CED-B8F6-FCDEEA12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29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03 JUL 2026</a:t>
            </a:r>
          </a:p>
        </p:txBody>
      </p:sp>
      <p:sp>
        <p:nvSpPr>
          <p:cNvPr id="20" name="cover-page">
            <a:extLst xmlns:a="http://schemas.openxmlformats.org/drawingml/2006/main">
              <a:ext uri="{FF2B5EF4-FFF2-40B4-BE49-F238E27FC236}">
                <a16:creationId xmlns:a16="http://schemas.microsoft.com/office/drawing/2014/main" id="{18A9B3C0-5A1E-4519-851C-3AE19F0B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293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9422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0474DE9E-AA11-47D8-9A78-7830C9DB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LÍNEA 1 · SECCIÓN 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3777A04-243D-4673-992B-5A40A21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536"/>
                </a:solidFill>
              </a:defRPr>
            </a:pPr>
            <a:r>
              <a:rPr sz="2700" b="1">
                <a:solidFill>
                  <a:srgbClr val="162536"/>
                </a:solidFill>
              </a:rPr>
              <a:t>La residencia en recipientes depende de M/F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1D34C626-94A2-4247-8B8F-7A10D513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FEA2674-5BC9-4752-9097-1D72D3C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5" name="stage-num-1-153">
            <a:extLst xmlns:a="http://schemas.openxmlformats.org/drawingml/2006/main">
              <a:ext uri="{FF2B5EF4-FFF2-40B4-BE49-F238E27FC236}">
                <a16:creationId xmlns:a16="http://schemas.microsoft.com/office/drawing/2014/main" id="{78137740-A7D2-4EF2-94E7-B76DDF5A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um-text-1-153">
            <a:extLst xmlns:a="http://schemas.openxmlformats.org/drawingml/2006/main">
              <a:ext uri="{FF2B5EF4-FFF2-40B4-BE49-F238E27FC236}">
                <a16:creationId xmlns:a16="http://schemas.microsoft.com/office/drawing/2014/main" id="{BA2033E9-D992-4825-B1A3-BF75995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age-label-1-153">
            <a:extLst xmlns:a="http://schemas.openxmlformats.org/drawingml/2006/main">
              <a:ext uri="{FF2B5EF4-FFF2-40B4-BE49-F238E27FC236}">
                <a16:creationId xmlns:a16="http://schemas.microsoft.com/office/drawing/2014/main" id="{8F890E40-C6A2-4F21-BE34-442E1177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Silo 5 (gruesa) · Silo 6 (fina)</a:t>
            </a:r>
          </a:p>
        </p:txBody>
      </p:sp>
      <p:sp>
        <p:nvSpPr>
          <p:cNvPr id="8" name="tag-Test-982-154">
            <a:extLst xmlns:a="http://schemas.openxmlformats.org/drawingml/2006/main">
              <a:ext uri="{FF2B5EF4-FFF2-40B4-BE49-F238E27FC236}">
                <a16:creationId xmlns:a16="http://schemas.microsoft.com/office/drawing/2014/main" id="{C66FF433-F4F6-4BB0-B21E-2412F6A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g-text-Test-982-154">
            <a:extLst xmlns:a="http://schemas.openxmlformats.org/drawingml/2006/main">
              <a:ext uri="{FF2B5EF4-FFF2-40B4-BE49-F238E27FC236}">
                <a16:creationId xmlns:a16="http://schemas.microsoft.com/office/drawing/2014/main" id="{290D6CCD-0D16-4CB9-B2FE-429A77A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85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5B00"/>
                </a:solidFill>
              </a:defRPr>
            </a:pPr>
            <a:r>
              <a:rPr sz="1125" b="1">
                <a:solidFill>
                  <a:srgbClr val="9A5B00"/>
                </a:solidFill>
              </a:rPr>
              <a:t>Test</a:t>
            </a:r>
          </a:p>
        </p:txBody>
      </p:sp>
      <p:sp>
        <p:nvSpPr>
          <p:cNvPr id="10" name="tag-HMI-918-154">
            <a:extLst xmlns:a="http://schemas.openxmlformats.org/drawingml/2006/main">
              <a:ext uri="{FF2B5EF4-FFF2-40B4-BE49-F238E27FC236}">
                <a16:creationId xmlns:a16="http://schemas.microsoft.com/office/drawing/2014/main" id="{94A86963-AC2B-4F80-988E-222A3A11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668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g-text-HMI-918-154">
            <a:extLst xmlns:a="http://schemas.openxmlformats.org/drawingml/2006/main">
              <a:ext uri="{FF2B5EF4-FFF2-40B4-BE49-F238E27FC236}">
                <a16:creationId xmlns:a16="http://schemas.microsoft.com/office/drawing/2014/main" id="{7B65EA7D-7286-4906-95DC-63B47117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859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HMI</a:t>
            </a:r>
          </a:p>
        </p:txBody>
      </p:sp>
      <p:sp>
        <p:nvSpPr>
          <p:cNvPr id="12" name="silo-vars">
            <a:extLst xmlns:a="http://schemas.openxmlformats.org/drawingml/2006/main">
              <a:ext uri="{FF2B5EF4-FFF2-40B4-BE49-F238E27FC236}">
                <a16:creationId xmlns:a16="http://schemas.microsoft.com/office/drawing/2014/main" id="{F8B2D6AE-E830-4AB2-BECD-F9E5951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09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3"/>
                </a:solidFill>
              </a:defRPr>
            </a:pPr>
            <a:r>
              <a:rPr sz="1200" b="0">
                <a:solidFill>
                  <a:srgbClr val="607083"/>
                </a:solidFill>
              </a:rPr>
              <a:t>M [kg] · ρ [kg/m³] · V [m³] · φ [–] · Fout [kg/min]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9c94cda034ac8"/>
          <a:stretch xmlns:a="http://schemas.openxmlformats.org/drawingml/2006/main"/>
        </p:blipFill>
        <p:spPr>
          <a:xfrm xmlns:a="http://schemas.openxmlformats.org/drawingml/2006/main">
            <a:off x="4326114" y="2057400"/>
            <a:ext cx="2987322" cy="55245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b90eb5af84e67"/>
          <a:stretch xmlns:a="http://schemas.openxmlformats.org/drawingml/2006/main"/>
        </p:blipFill>
        <p:spPr>
          <a:xfrm xmlns:a="http://schemas.openxmlformats.org/drawingml/2006/main">
            <a:off x="4153109" y="2600325"/>
            <a:ext cx="2095081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silo-tbd-bg">
            <a:extLst xmlns:a="http://schemas.openxmlformats.org/drawingml/2006/main">
              <a:ext uri="{FF2B5EF4-FFF2-40B4-BE49-F238E27FC236}">
                <a16:creationId xmlns:a16="http://schemas.microsoft.com/office/drawing/2014/main" id="{1A2A31E9-C286-4701-A71B-65009FF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2225"/>
            <a:ext cx="1866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ilo-tbd">
            <a:extLst xmlns:a="http://schemas.openxmlformats.org/drawingml/2006/main">
              <a:ext uri="{FF2B5EF4-FFF2-40B4-BE49-F238E27FC236}">
                <a16:creationId xmlns:a16="http://schemas.microsoft.com/office/drawing/2014/main" id="{3CF73675-110A-4BE7-AF47-1A330631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3261E"/>
                </a:solidFill>
              </a:defRPr>
            </a:pPr>
            <a:r>
              <a:rPr sz="1200" b="1">
                <a:solidFill>
                  <a:srgbClr val="B3261E"/>
                </a:solidFill>
              </a:rPr>
              <a:t>ρ · V · φ · Fout  TBD</a:t>
            </a:r>
          </a:p>
        </p:txBody>
      </p:sp>
      <p:sp>
        <p:nvSpPr>
          <p:cNvPr id="17" name="rule-stage1">
            <a:extLst xmlns:a="http://schemas.openxmlformats.org/drawingml/2006/main">
              <a:ext uri="{FF2B5EF4-FFF2-40B4-BE49-F238E27FC236}">
                <a16:creationId xmlns:a16="http://schemas.microsoft.com/office/drawing/2014/main" id="{6B4C9CBA-4B92-4019-A1FF-9A78D6F3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num-2-357">
            <a:extLst xmlns:a="http://schemas.openxmlformats.org/drawingml/2006/main">
              <a:ext uri="{FF2B5EF4-FFF2-40B4-BE49-F238E27FC236}">
                <a16:creationId xmlns:a16="http://schemas.microsoft.com/office/drawing/2014/main" id="{359B6B8F-05FC-4E16-8F21-6B0956AC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ge-num-text-2-357">
            <a:extLst xmlns:a="http://schemas.openxmlformats.org/drawingml/2006/main">
              <a:ext uri="{FF2B5EF4-FFF2-40B4-BE49-F238E27FC236}">
                <a16:creationId xmlns:a16="http://schemas.microsoft.com/office/drawing/2014/main" id="{01CDB842-6050-436E-8A24-108D9929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stage-label-2-357">
            <a:extLst xmlns:a="http://schemas.openxmlformats.org/drawingml/2006/main">
              <a:ext uri="{FF2B5EF4-FFF2-40B4-BE49-F238E27FC236}">
                <a16:creationId xmlns:a16="http://schemas.microsoft.com/office/drawing/2014/main" id="{8CFF4A04-E25B-4AC1-AC67-9E0A727C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Dosing bin (gruesa · fina)</a:t>
            </a:r>
          </a:p>
        </p:txBody>
      </p:sp>
      <p:sp>
        <p:nvSpPr>
          <p:cNvPr id="21" name="tag-HMI-984-358">
            <a:extLst xmlns:a="http://schemas.openxmlformats.org/drawingml/2006/main">
              <a:ext uri="{FF2B5EF4-FFF2-40B4-BE49-F238E27FC236}">
                <a16:creationId xmlns:a16="http://schemas.microsoft.com/office/drawing/2014/main" id="{C0DA9D61-2ABD-4191-A578-05C39D3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0995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g-text-HMI-984-358">
            <a:extLst xmlns:a="http://schemas.openxmlformats.org/drawingml/2006/main">
              <a:ext uri="{FF2B5EF4-FFF2-40B4-BE49-F238E27FC236}">
                <a16:creationId xmlns:a16="http://schemas.microsoft.com/office/drawing/2014/main" id="{4660B9A1-AC71-41E4-8080-5FE7DAD6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HMI</a:t>
            </a:r>
          </a:p>
        </p:txBody>
      </p:sp>
      <p:sp>
        <p:nvSpPr>
          <p:cNvPr id="23" name="dosing-vars">
            <a:extLst xmlns:a="http://schemas.openxmlformats.org/drawingml/2006/main">
              <a:ext uri="{FF2B5EF4-FFF2-40B4-BE49-F238E27FC236}">
                <a16:creationId xmlns:a16="http://schemas.microsoft.com/office/drawing/2014/main" id="{503AACD4-A643-440A-AD38-B97ECDE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3"/>
                </a:solidFill>
              </a:defRPr>
            </a:pPr>
            <a:r>
              <a:rPr sz="1200" b="0">
                <a:solidFill>
                  <a:srgbClr val="607083"/>
                </a:solidFill>
              </a:rPr>
              <a:t>M [kg] · F [kg/min]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f0f24a7bbd4e40"/>
          <a:stretch xmlns:a="http://schemas.openxmlformats.org/drawingml/2006/main"/>
        </p:blipFill>
        <p:spPr>
          <a:xfrm xmlns:a="http://schemas.openxmlformats.org/drawingml/2006/main">
            <a:off x="3441287" y="4000500"/>
            <a:ext cx="4375976" cy="590550"/>
          </a:xfrm>
          <a:prstGeom xmlns:a="http://schemas.openxmlformats.org/drawingml/2006/main" prst="rect">
            <a:avLst/>
          </a:prstGeom>
        </p:spPr>
      </p:pic>
      <p:sp>
        <p:nvSpPr>
          <p:cNvPr id="25" name="rule-stage2">
            <a:extLst xmlns:a="http://schemas.openxmlformats.org/drawingml/2006/main">
              <a:ext uri="{FF2B5EF4-FFF2-40B4-BE49-F238E27FC236}">
                <a16:creationId xmlns:a16="http://schemas.microsoft.com/office/drawing/2014/main" id="{83E69E00-C375-46DF-B94D-3BB5B7A7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num-3-514">
            <a:extLst xmlns:a="http://schemas.openxmlformats.org/drawingml/2006/main">
              <a:ext uri="{FF2B5EF4-FFF2-40B4-BE49-F238E27FC236}">
                <a16:creationId xmlns:a16="http://schemas.microsoft.com/office/drawing/2014/main" id="{F79B62A6-CBF6-47FF-9CF3-800B39B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ge-num-text-3-514">
            <a:extLst xmlns:a="http://schemas.openxmlformats.org/drawingml/2006/main">
              <a:ext uri="{FF2B5EF4-FFF2-40B4-BE49-F238E27FC236}">
                <a16:creationId xmlns:a16="http://schemas.microsoft.com/office/drawing/2014/main" id="{6FC5F99E-0879-46B2-A9AE-0260489B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stage-label-3-514">
            <a:extLst xmlns:a="http://schemas.openxmlformats.org/drawingml/2006/main">
              <a:ext uri="{FF2B5EF4-FFF2-40B4-BE49-F238E27FC236}">
                <a16:creationId xmlns:a16="http://schemas.microsoft.com/office/drawing/2014/main" id="{5C1B8E2D-CA5A-499E-9D6F-78B0873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05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Encolador (CE fina · CI gruesa)</a:t>
            </a:r>
          </a:p>
        </p:txBody>
      </p:sp>
      <p:sp>
        <p:nvSpPr>
          <p:cNvPr id="29" name="tag-Test-982-515">
            <a:extLst xmlns:a="http://schemas.openxmlformats.org/drawingml/2006/main">
              <a:ext uri="{FF2B5EF4-FFF2-40B4-BE49-F238E27FC236}">
                <a16:creationId xmlns:a16="http://schemas.microsoft.com/office/drawing/2014/main" id="{FD97C81D-1706-4F47-96AE-9B74730A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053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g-text-Test-982-515">
            <a:extLst xmlns:a="http://schemas.openxmlformats.org/drawingml/2006/main">
              <a:ext uri="{FF2B5EF4-FFF2-40B4-BE49-F238E27FC236}">
                <a16:creationId xmlns:a16="http://schemas.microsoft.com/office/drawing/2014/main" id="{08718519-01FC-4F3A-B1CF-E9C7FA3E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24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5B00"/>
                </a:solidFill>
              </a:defRPr>
            </a:pPr>
            <a:r>
              <a:rPr sz="1125" b="1">
                <a:solidFill>
                  <a:srgbClr val="9A5B00"/>
                </a:solidFill>
              </a:rPr>
              <a:t>Test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11c4ffd844612"/>
          <a:stretch xmlns:a="http://schemas.openxmlformats.org/drawingml/2006/main"/>
        </p:blipFill>
        <p:spPr>
          <a:xfrm xmlns:a="http://schemas.openxmlformats.org/drawingml/2006/main">
            <a:off x="1862054" y="5286375"/>
            <a:ext cx="4981742" cy="552450"/>
          </a:xfrm>
          <a:prstGeom xmlns:a="http://schemas.openxmlformats.org/drawingml/2006/main" prst="rect">
            <a:avLst/>
          </a:prstGeom>
        </p:spPr>
      </p:pic>
      <p:sp>
        <p:nvSpPr>
          <p:cNvPr id="32" name="enc-values">
            <a:extLst xmlns:a="http://schemas.openxmlformats.org/drawingml/2006/main">
              <a:ext uri="{FF2B5EF4-FFF2-40B4-BE49-F238E27FC236}">
                <a16:creationId xmlns:a16="http://schemas.microsoft.com/office/drawing/2014/main" id="{F346AACB-BFEA-45D8-9F15-39A959B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324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3"/>
                </a:solidFill>
              </a:defRPr>
            </a:pPr>
            <a:r>
              <a:rPr sz="1275" b="1">
                <a:solidFill>
                  <a:srgbClr val="607083"/>
                </a:solidFill>
              </a:rPr>
              <a:t>CE ≈ 111 kg/min   ·   CI ≈ 282 kg/min</a:t>
            </a:r>
          </a:p>
        </p:txBody>
      </p:sp>
      <p:sp>
        <p:nvSpPr>
          <p:cNvPr id="33" name="enc-tbd">
            <a:extLst xmlns:a="http://schemas.openxmlformats.org/drawingml/2006/main">
              <a:ext uri="{FF2B5EF4-FFF2-40B4-BE49-F238E27FC236}">
                <a16:creationId xmlns:a16="http://schemas.microsoft.com/office/drawing/2014/main" id="{6FB98714-4370-4073-AD10-23E02CA3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578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3261E"/>
                </a:solidFill>
              </a:defRPr>
            </a:pPr>
            <a:r>
              <a:rPr sz="1275" b="1">
                <a:solidFill>
                  <a:srgbClr val="B3261E"/>
                </a:solidFill>
              </a:rPr>
              <a:t>tenc  TBD</a:t>
            </a:r>
          </a:p>
        </p:txBody>
      </p:sp>
    </p:spTree>
    <p:extLst>
      <p:ext uri="{BB962C8B-B14F-4D97-AF65-F5344CB8AC3E}">
        <p14:creationId xmlns:p14="http://schemas.microsoft.com/office/powerpoint/2010/main" val="220168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ADF36847-48FA-46FC-B91E-361F4B4F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LÍNEA 1 · SECCIÓN 2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9BFC427-3B0F-4933-9BCC-A389A98B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536"/>
                </a:solidFill>
              </a:defRPr>
            </a:pPr>
            <a:r>
              <a:rPr sz="2700" b="1">
                <a:solidFill>
                  <a:srgbClr val="162536"/>
                </a:solidFill>
              </a:rPr>
              <a:t>Las tres capas convergen en el último tiempo de llegada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5715925B-1E8A-4DD9-96DE-F0CD10DD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A47E0B8-1A79-42E2-9E90-9B25213B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5" name="stage-num-4-151">
            <a:extLst xmlns:a="http://schemas.openxmlformats.org/drawingml/2006/main">
              <a:ext uri="{FF2B5EF4-FFF2-40B4-BE49-F238E27FC236}">
                <a16:creationId xmlns:a16="http://schemas.microsoft.com/office/drawing/2014/main" id="{F425F23C-698A-4327-84FA-CD8176C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um-text-4-151">
            <a:extLst xmlns:a="http://schemas.openxmlformats.org/drawingml/2006/main">
              <a:ext uri="{FF2B5EF4-FFF2-40B4-BE49-F238E27FC236}">
                <a16:creationId xmlns:a16="http://schemas.microsoft.com/office/drawing/2014/main" id="{00CF73D8-772E-4E8D-8E1A-F179BFD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stage-label-4-151">
            <a:extLst xmlns:a="http://schemas.openxmlformats.org/drawingml/2006/main">
              <a:ext uri="{FF2B5EF4-FFF2-40B4-BE49-F238E27FC236}">
                <a16:creationId xmlns:a16="http://schemas.microsoft.com/office/drawing/2014/main" id="{6C9FE4EF-4562-46CF-97A8-D5B48CB5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Banda inclinada azul</a:t>
            </a:r>
          </a:p>
        </p:txBody>
      </p:sp>
      <p:sp>
        <p:nvSpPr>
          <p:cNvPr id="8" name="tag-Medido-958-152">
            <a:extLst xmlns:a="http://schemas.openxmlformats.org/drawingml/2006/main">
              <a:ext uri="{FF2B5EF4-FFF2-40B4-BE49-F238E27FC236}">
                <a16:creationId xmlns:a16="http://schemas.microsoft.com/office/drawing/2014/main" id="{0CC65610-C774-4AF0-923D-7683FB42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478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g-text-Medido-958-152">
            <a:extLst xmlns:a="http://schemas.openxmlformats.org/drawingml/2006/main">
              <a:ext uri="{FF2B5EF4-FFF2-40B4-BE49-F238E27FC236}">
                <a16:creationId xmlns:a16="http://schemas.microsoft.com/office/drawing/2014/main" id="{F37F0D5D-D6CC-48AB-941D-6D1F128B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794E"/>
                </a:solidFill>
              </a:defRPr>
            </a:pPr>
            <a:r>
              <a:rPr sz="1125" b="1">
                <a:solidFill>
                  <a:srgbClr val="18794E"/>
                </a:solidFill>
              </a:rPr>
              <a:t>Medido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4db2c6c694c98"/>
          <a:stretch xmlns:a="http://schemas.openxmlformats.org/drawingml/2006/main"/>
        </p:blipFill>
        <p:spPr>
          <a:xfrm xmlns:a="http://schemas.openxmlformats.org/drawingml/2006/main">
            <a:off x="3601463" y="1781175"/>
            <a:ext cx="3988948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incl-values">
            <a:extLst xmlns:a="http://schemas.openxmlformats.org/drawingml/2006/main">
              <a:ext uri="{FF2B5EF4-FFF2-40B4-BE49-F238E27FC236}">
                <a16:creationId xmlns:a16="http://schemas.microsoft.com/office/drawing/2014/main" id="{7FD9AFE1-E64E-4D5B-9EF6-E8F10B07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083"/>
                </a:solidFill>
              </a:defRPr>
            </a:pPr>
            <a:r>
              <a:rPr sz="1275" b="1">
                <a:solidFill>
                  <a:srgbClr val="607083"/>
                </a:solidFill>
              </a:rPr>
              <a:t>fina  64.57 m ÷ 99.5 m/min → 38.9 s      ·      gruesa  68.5 m ÷ 96.5 m/min → 42.6 s</a:t>
            </a:r>
          </a:p>
        </p:txBody>
      </p:sp>
      <p:sp>
        <p:nvSpPr>
          <p:cNvPr id="12" name="rule-stage4">
            <a:extLst xmlns:a="http://schemas.openxmlformats.org/drawingml/2006/main">
              <a:ext uri="{FF2B5EF4-FFF2-40B4-BE49-F238E27FC236}">
                <a16:creationId xmlns:a16="http://schemas.microsoft.com/office/drawing/2014/main" id="{865EAF1E-4AF7-4E4E-8B35-3E58D6B5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-5-299">
            <a:extLst xmlns:a="http://schemas.openxmlformats.org/drawingml/2006/main">
              <a:ext uri="{FF2B5EF4-FFF2-40B4-BE49-F238E27FC236}">
                <a16:creationId xmlns:a16="http://schemas.microsoft.com/office/drawing/2014/main" id="{9C5AC297-1D92-4CC2-9511-7E13BF08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num-text-5-299">
            <a:extLst xmlns:a="http://schemas.openxmlformats.org/drawingml/2006/main">
              <a:ext uri="{FF2B5EF4-FFF2-40B4-BE49-F238E27FC236}">
                <a16:creationId xmlns:a16="http://schemas.microsoft.com/office/drawing/2014/main" id="{85DCB176-D128-49BB-838C-4449C069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stage-label-5-299">
            <a:extLst xmlns:a="http://schemas.openxmlformats.org/drawingml/2006/main">
              <a:ext uri="{FF2B5EF4-FFF2-40B4-BE49-F238E27FC236}">
                <a16:creationId xmlns:a16="http://schemas.microsoft.com/office/drawing/2014/main" id="{7D7F7989-7C0A-4B7B-A651-AC7F866E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Esparcidor (e1 · e2 · e3)</a:t>
            </a:r>
          </a:p>
        </p:txBody>
      </p:sp>
      <p:sp>
        <p:nvSpPr>
          <p:cNvPr id="16" name="tag-Medido-958-300">
            <a:extLst xmlns:a="http://schemas.openxmlformats.org/drawingml/2006/main">
              <a:ext uri="{FF2B5EF4-FFF2-40B4-BE49-F238E27FC236}">
                <a16:creationId xmlns:a16="http://schemas.microsoft.com/office/drawing/2014/main" id="{5A64AEB6-C5B9-4B41-9465-AE03CC7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g-text-Medido-958-300">
            <a:extLst xmlns:a="http://schemas.openxmlformats.org/drawingml/2006/main">
              <a:ext uri="{FF2B5EF4-FFF2-40B4-BE49-F238E27FC236}">
                <a16:creationId xmlns:a16="http://schemas.microsoft.com/office/drawing/2014/main" id="{683B129D-0103-4109-A7EE-49299D0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794E"/>
                </a:solidFill>
              </a:defRPr>
            </a:pPr>
            <a:r>
              <a:rPr sz="1125" b="1">
                <a:solidFill>
                  <a:srgbClr val="18794E"/>
                </a:solidFill>
              </a:rPr>
              <a:t>Medido</a:t>
            </a:r>
          </a:p>
        </p:txBody>
      </p:sp>
      <p:sp>
        <p:nvSpPr>
          <p:cNvPr id="18" name="tag-HMI-894-300">
            <a:extLst xmlns:a="http://schemas.openxmlformats.org/drawingml/2006/main">
              <a:ext uri="{FF2B5EF4-FFF2-40B4-BE49-F238E27FC236}">
                <a16:creationId xmlns:a16="http://schemas.microsoft.com/office/drawing/2014/main" id="{844245C7-A482-4E12-84B6-6DEA2002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533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g-text-HMI-894-300">
            <a:extLst xmlns:a="http://schemas.openxmlformats.org/drawingml/2006/main">
              <a:ext uri="{FF2B5EF4-FFF2-40B4-BE49-F238E27FC236}">
                <a16:creationId xmlns:a16="http://schemas.microsoft.com/office/drawing/2014/main" id="{E5C39A7B-2B50-424C-B922-077F5FA9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HMI</a:t>
            </a:r>
          </a:p>
        </p:txBody>
      </p:sp>
      <p:sp>
        <p:nvSpPr>
          <p:cNvPr id="20" name="esp-vars">
            <a:extLst xmlns:a="http://schemas.openxmlformats.org/drawingml/2006/main">
              <a:ext uri="{FF2B5EF4-FFF2-40B4-BE49-F238E27FC236}">
                <a16:creationId xmlns:a16="http://schemas.microsoft.com/office/drawing/2014/main" id="{03E9462E-4EF1-4A2D-BAA7-E63E78D0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3"/>
                </a:solidFill>
              </a:defRPr>
            </a:pPr>
            <a:r>
              <a:rPr sz="1200" b="0">
                <a:solidFill>
                  <a:srgbClr val="607083"/>
                </a:solidFill>
              </a:rPr>
              <a:t>M holdup [kg] · F [kg/min]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74d29199a4110"/>
          <a:stretch xmlns:a="http://schemas.openxmlformats.org/drawingml/2006/main"/>
        </p:blipFill>
        <p:spPr>
          <a:xfrm xmlns:a="http://schemas.openxmlformats.org/drawingml/2006/main">
            <a:off x="5887865" y="3095625"/>
            <a:ext cx="1387821" cy="495300"/>
          </a:xfrm>
          <a:prstGeom xmlns:a="http://schemas.openxmlformats.org/drawingml/2006/main" prst="rect">
            <a:avLst/>
          </a:prstGeom>
        </p:spPr>
      </p:pic>
      <p:sp>
        <p:nvSpPr>
          <p:cNvPr id="22" name="rule-stage5">
            <a:extLst xmlns:a="http://schemas.openxmlformats.org/drawingml/2006/main">
              <a:ext uri="{FF2B5EF4-FFF2-40B4-BE49-F238E27FC236}">
                <a16:creationId xmlns:a16="http://schemas.microsoft.com/office/drawing/2014/main" id="{9EB772A4-F6D5-4D0F-A0FF-A6F1AC8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num-6-406">
            <a:extLst xmlns:a="http://schemas.openxmlformats.org/drawingml/2006/main">
              <a:ext uri="{FF2B5EF4-FFF2-40B4-BE49-F238E27FC236}">
                <a16:creationId xmlns:a16="http://schemas.microsoft.com/office/drawing/2014/main" id="{20CC3D53-7D4B-4AC2-A68D-5DEF2FF4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num-text-6-406">
            <a:extLst xmlns:a="http://schemas.openxmlformats.org/drawingml/2006/main">
              <a:ext uri="{FF2B5EF4-FFF2-40B4-BE49-F238E27FC236}">
                <a16:creationId xmlns:a16="http://schemas.microsoft.com/office/drawing/2014/main" id="{B4AE5BC9-9844-46F7-9D40-8C5DA02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stage-label-6-406">
            <a:extLst xmlns:a="http://schemas.openxmlformats.org/drawingml/2006/main">
              <a:ext uri="{FF2B5EF4-FFF2-40B4-BE49-F238E27FC236}">
                <a16:creationId xmlns:a16="http://schemas.microsoft.com/office/drawing/2014/main" id="{F79FEB03-369F-4C51-A27F-A4EF9C78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766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Merge (colchón)</a:t>
            </a:r>
          </a:p>
        </p:txBody>
      </p:sp>
      <p:sp>
        <p:nvSpPr>
          <p:cNvPr id="26" name="tag-Medido-958-407">
            <a:extLst xmlns:a="http://schemas.openxmlformats.org/drawingml/2006/main">
              <a:ext uri="{FF2B5EF4-FFF2-40B4-BE49-F238E27FC236}">
                <a16:creationId xmlns:a16="http://schemas.microsoft.com/office/drawing/2014/main" id="{38384217-3E37-4257-A07E-DC2F3431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76675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g-text-Medido-958-407">
            <a:extLst xmlns:a="http://schemas.openxmlformats.org/drawingml/2006/main">
              <a:ext uri="{FF2B5EF4-FFF2-40B4-BE49-F238E27FC236}">
                <a16:creationId xmlns:a16="http://schemas.microsoft.com/office/drawing/2014/main" id="{E5D9C924-2D22-455E-920F-86E2694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957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794E"/>
                </a:solidFill>
              </a:defRPr>
            </a:pPr>
            <a:r>
              <a:rPr sz="1125" b="1">
                <a:solidFill>
                  <a:srgbClr val="18794E"/>
                </a:solidFill>
              </a:rPr>
              <a:t>Medido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f6790771040d2"/>
          <a:stretch xmlns:a="http://schemas.openxmlformats.org/drawingml/2006/main"/>
        </p:blipFill>
        <p:spPr>
          <a:xfrm xmlns:a="http://schemas.openxmlformats.org/drawingml/2006/main">
            <a:off x="1631156" y="4229100"/>
            <a:ext cx="4148138" cy="495300"/>
          </a:xfrm>
          <a:prstGeom xmlns:a="http://schemas.openxmlformats.org/drawingml/2006/main" prst="rect">
            <a:avLst/>
          </a:prstGeom>
        </p:spPr>
      </p:pic>
      <p:sp>
        <p:nvSpPr>
          <p:cNvPr id="29" name="merge-divider">
            <a:extLst xmlns:a="http://schemas.openxmlformats.org/drawingml/2006/main">
              <a:ext uri="{FF2B5EF4-FFF2-40B4-BE49-F238E27FC236}">
                <a16:creationId xmlns:a16="http://schemas.microsoft.com/office/drawing/2014/main" id="{2646FBD0-3A05-472E-9202-ADB67C8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190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619a51585456b"/>
          <a:stretch xmlns:a="http://schemas.openxmlformats.org/drawingml/2006/main"/>
        </p:blipFill>
        <p:spPr>
          <a:xfrm xmlns:a="http://schemas.openxmlformats.org/drawingml/2006/main">
            <a:off x="6791325" y="4228907"/>
            <a:ext cx="4514850" cy="457586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036564f8f4cb5"/>
          <a:stretch xmlns:a="http://schemas.openxmlformats.org/drawingml/2006/main"/>
        </p:blipFill>
        <p:spPr>
          <a:xfrm xmlns:a="http://schemas.openxmlformats.org/drawingml/2006/main">
            <a:off x="6791325" y="4785610"/>
            <a:ext cx="4514850" cy="46813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16687d7154377"/>
          <a:stretch xmlns:a="http://schemas.openxmlformats.org/drawingml/2006/main"/>
        </p:blipFill>
        <p:spPr>
          <a:xfrm xmlns:a="http://schemas.openxmlformats.org/drawingml/2006/main">
            <a:off x="6791325" y="5353883"/>
            <a:ext cx="4514850" cy="455534"/>
          </a:xfrm>
          <a:prstGeom xmlns:a="http://schemas.openxmlformats.org/drawingml/2006/main" prst="rect">
            <a:avLst/>
          </a:prstGeom>
        </p:spPr>
      </p:pic>
      <p:sp>
        <p:nvSpPr>
          <p:cNvPr id="33" name="merge-note">
            <a:extLst xmlns:a="http://schemas.openxmlformats.org/drawingml/2006/main">
              <a:ext uri="{FF2B5EF4-FFF2-40B4-BE49-F238E27FC236}">
                <a16:creationId xmlns:a16="http://schemas.microsoft.com/office/drawing/2014/main" id="{2293D3B9-E60A-4333-B02D-F4DF925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083"/>
                </a:solidFill>
              </a:defRPr>
            </a:pPr>
            <a:r>
              <a:rPr sz="1275" b="1">
                <a:solidFill>
                  <a:srgbClr val="607083"/>
                </a:solidFill>
              </a:rPr>
              <a:t>SL1 y SL2 → ruta fina   ·   CL → ruta gruesa</a:t>
            </a:r>
          </a:p>
        </p:txBody>
      </p:sp>
      <p:sp>
        <p:nvSpPr>
          <p:cNvPr id="34" name="split-tbd">
            <a:extLst xmlns:a="http://schemas.openxmlformats.org/drawingml/2006/main">
              <a:ext uri="{FF2B5EF4-FFF2-40B4-BE49-F238E27FC236}">
                <a16:creationId xmlns:a16="http://schemas.microsoft.com/office/drawing/2014/main" id="{C3CD4D62-BC05-4CF1-AE8D-906BF9C1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3261E"/>
                </a:solidFill>
              </a:defRPr>
            </a:pPr>
            <a:r>
              <a:rPr sz="1275" b="1">
                <a:solidFill>
                  <a:srgbClr val="B3261E"/>
                </a:solidFill>
              </a:rPr>
              <a:t>%SL1 / %SL2  TBD</a:t>
            </a:r>
          </a:p>
        </p:txBody>
      </p:sp>
    </p:spTree>
    <p:extLst>
      <p:ext uri="{BB962C8B-B14F-4D97-AF65-F5344CB8AC3E}">
        <p14:creationId xmlns:p14="http://schemas.microsoft.com/office/powerpoint/2010/main" val="4216122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033B89F9-C4E3-4583-8236-C51985F9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LÍNEA 1 · SECCIÓN 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ECF802C-F01A-4169-AA89-88E7512A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536"/>
                </a:solidFill>
              </a:defRPr>
            </a:pPr>
            <a:r>
              <a:rPr sz="2700" b="1">
                <a:solidFill>
                  <a:srgbClr val="162536"/>
                </a:solidFill>
              </a:rPr>
              <a:t>Las bandas acopladas añaden L/vprensa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BE29E49D-5FCF-44C2-9689-9DBC675D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E30D416-CC24-4593-A80E-0A91E71A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5" name="tag-Medido-70-148">
            <a:extLst xmlns:a="http://schemas.openxmlformats.org/drawingml/2006/main">
              <a:ext uri="{FF2B5EF4-FFF2-40B4-BE49-F238E27FC236}">
                <a16:creationId xmlns:a16="http://schemas.microsoft.com/office/drawing/2014/main" id="{125039DB-2764-49E1-B857-C01D998D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g-text-Medido-70-148">
            <a:extLst xmlns:a="http://schemas.openxmlformats.org/drawingml/2006/main">
              <a:ext uri="{FF2B5EF4-FFF2-40B4-BE49-F238E27FC236}">
                <a16:creationId xmlns:a16="http://schemas.microsoft.com/office/drawing/2014/main" id="{8105CBA8-495D-43ED-8B6F-8BDB91E6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794E"/>
                </a:solidFill>
              </a:defRPr>
            </a:pPr>
            <a:r>
              <a:rPr sz="1125" b="1">
                <a:solidFill>
                  <a:srgbClr val="18794E"/>
                </a:solidFill>
              </a:rPr>
              <a:t>Medido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14e67e1b5401c"/>
          <a:stretch xmlns:a="http://schemas.openxmlformats.org/drawingml/2006/main"/>
        </p:blipFill>
        <p:spPr>
          <a:xfrm xmlns:a="http://schemas.openxmlformats.org/drawingml/2006/main">
            <a:off x="3653334" y="1333500"/>
            <a:ext cx="4656733" cy="590550"/>
          </a:xfrm>
          <a:prstGeom xmlns:a="http://schemas.openxmlformats.org/drawingml/2006/main" prst="rect">
            <a:avLst/>
          </a:prstGeom>
        </p:spPr>
      </p:pic>
      <p:sp>
        <p:nvSpPr>
          <p:cNvPr id="8" name="white-belt-title">
            <a:extLst xmlns:a="http://schemas.openxmlformats.org/drawingml/2006/main">
              <a:ext uri="{FF2B5EF4-FFF2-40B4-BE49-F238E27FC236}">
                <a16:creationId xmlns:a16="http://schemas.microsoft.com/office/drawing/2014/main" id="{0AF6D22B-5FBD-4252-A53C-8888BF48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Banda blanca · 45.0 m</a:t>
            </a:r>
          </a:p>
        </p:txBody>
      </p:sp>
      <p:sp>
        <p:nvSpPr>
          <p:cNvPr id="9" name="white-belt-times">
            <a:extLst xmlns:a="http://schemas.openxmlformats.org/drawingml/2006/main">
              <a:ext uri="{FF2B5EF4-FFF2-40B4-BE49-F238E27FC236}">
                <a16:creationId xmlns:a16="http://schemas.microsoft.com/office/drawing/2014/main" id="{BBA7341D-1A89-48A2-AEBF-3574FE53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24075"/>
            <a:ext cx="493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3"/>
                </a:solidFill>
              </a:defRPr>
            </a:pPr>
            <a:r>
              <a:rPr sz="1275" b="1">
                <a:solidFill>
                  <a:srgbClr val="607083"/>
                </a:solidFill>
              </a:rPr>
              <a:t>186.2 s @ 14.5 m/min   ·   242.9 s @ 11.11 m/min</a:t>
            </a:r>
          </a:p>
        </p:txBody>
      </p:sp>
      <p:sp>
        <p:nvSpPr>
          <p:cNvPr id="10" name="white-belt-line">
            <a:extLst xmlns:a="http://schemas.openxmlformats.org/drawingml/2006/main">
              <a:ext uri="{FF2B5EF4-FFF2-40B4-BE49-F238E27FC236}">
                <a16:creationId xmlns:a16="http://schemas.microsoft.com/office/drawing/2014/main" id="{C10F14A4-FA06-48AA-B42F-277E1930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10382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m-SL1 · e1">
            <a:extLst xmlns:a="http://schemas.openxmlformats.org/drawingml/2006/main">
              <a:ext uri="{FF2B5EF4-FFF2-40B4-BE49-F238E27FC236}">
                <a16:creationId xmlns:a16="http://schemas.microsoft.com/office/drawing/2014/main" id="{A7313A43-44BB-406E-BC46-ADA0DA80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43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mt-SL1 · e1">
            <a:extLst xmlns:a="http://schemas.openxmlformats.org/drawingml/2006/main">
              <a:ext uri="{FF2B5EF4-FFF2-40B4-BE49-F238E27FC236}">
                <a16:creationId xmlns:a16="http://schemas.microsoft.com/office/drawing/2014/main" id="{4B302B9D-F111-4E2A-B2FC-ED97DAAF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68" y="23812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967D2"/>
                </a:solidFill>
              </a:defRPr>
            </a:pPr>
            <a:r>
              <a:rPr sz="1050" b="1">
                <a:solidFill>
                  <a:srgbClr val="1967D2"/>
                </a:solidFill>
              </a:rPr>
              <a:t>SL1 · e1</a:t>
            </a:r>
          </a:p>
          <a:p xmlns:a="http://schemas.openxmlformats.org/drawingml/2006/main">
            <a:pPr algn="ctr">
              <a:defRPr sz="1050" b="1">
                <a:solidFill>
                  <a:srgbClr val="1967D2"/>
                </a:solidFill>
              </a:defRPr>
            </a:pPr>
            <a:r>
              <a:rPr sz="1050" b="1">
                <a:solidFill>
                  <a:srgbClr val="1967D2"/>
                </a:solidFill>
              </a:rPr>
              <a:t>1.42 m</a:t>
            </a:r>
          </a:p>
        </p:txBody>
      </p:sp>
      <p:sp>
        <p:nvSpPr>
          <p:cNvPr id="13" name="wm-CL · e2">
            <a:extLst xmlns:a="http://schemas.openxmlformats.org/drawingml/2006/main">
              <a:ext uri="{FF2B5EF4-FFF2-40B4-BE49-F238E27FC236}">
                <a16:creationId xmlns:a16="http://schemas.microsoft.com/office/drawing/2014/main" id="{53994840-749E-4CCB-8376-332E1B8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624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mt-CL · e2">
            <a:extLst xmlns:a="http://schemas.openxmlformats.org/drawingml/2006/main">
              <a:ext uri="{FF2B5EF4-FFF2-40B4-BE49-F238E27FC236}">
                <a16:creationId xmlns:a16="http://schemas.microsoft.com/office/drawing/2014/main" id="{52A6D266-099C-480A-B4B5-12BD0240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849" y="300037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794E"/>
                </a:solidFill>
              </a:defRPr>
            </a:pPr>
            <a:r>
              <a:rPr sz="1050" b="1">
                <a:solidFill>
                  <a:srgbClr val="18794E"/>
                </a:solidFill>
              </a:rPr>
              <a:t>CL · e2</a:t>
            </a:r>
          </a:p>
          <a:p xmlns:a="http://schemas.openxmlformats.org/drawingml/2006/main">
            <a:pPr algn="ctr">
              <a:defRPr sz="1050" b="1">
                <a:solidFill>
                  <a:srgbClr val="18794E"/>
                </a:solidFill>
              </a:defRPr>
            </a:pPr>
            <a:r>
              <a:rPr sz="1050" b="1">
                <a:solidFill>
                  <a:srgbClr val="18794E"/>
                </a:solidFill>
              </a:rPr>
              <a:t>11.72 m</a:t>
            </a:r>
          </a:p>
        </p:txBody>
      </p:sp>
      <p:sp>
        <p:nvSpPr>
          <p:cNvPr id="15" name="wm-SL2 · e3">
            <a:extLst xmlns:a="http://schemas.openxmlformats.org/drawingml/2006/main">
              <a:ext uri="{FF2B5EF4-FFF2-40B4-BE49-F238E27FC236}">
                <a16:creationId xmlns:a16="http://schemas.microsoft.com/office/drawing/2014/main" id="{661AA5B5-2387-4107-87A7-4720B6E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0245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mt-SL2 · e3">
            <a:extLst xmlns:a="http://schemas.openxmlformats.org/drawingml/2006/main">
              <a:ext uri="{FF2B5EF4-FFF2-40B4-BE49-F238E27FC236}">
                <a16:creationId xmlns:a16="http://schemas.microsoft.com/office/drawing/2014/main" id="{6E024302-E387-49E6-926A-459D1DB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470" y="23812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967D2"/>
                </a:solidFill>
              </a:defRPr>
            </a:pPr>
            <a:r>
              <a:rPr sz="1050" b="1">
                <a:solidFill>
                  <a:srgbClr val="1967D2"/>
                </a:solidFill>
              </a:rPr>
              <a:t>SL2 · e3</a:t>
            </a:r>
          </a:p>
          <a:p xmlns:a="http://schemas.openxmlformats.org/drawingml/2006/main">
            <a:pPr algn="ctr">
              <a:defRPr sz="1050" b="1">
                <a:solidFill>
                  <a:srgbClr val="1967D2"/>
                </a:solidFill>
              </a:defRPr>
            </a:pPr>
            <a:r>
              <a:rPr sz="1050" b="1">
                <a:solidFill>
                  <a:srgbClr val="1967D2"/>
                </a:solidFill>
              </a:rPr>
              <a:t>17.47 m</a:t>
            </a:r>
          </a:p>
        </p:txBody>
      </p:sp>
      <p:sp>
        <p:nvSpPr>
          <p:cNvPr id="17" name="wm-Imán">
            <a:extLst xmlns:a="http://schemas.openxmlformats.org/drawingml/2006/main">
              <a:ext uri="{FF2B5EF4-FFF2-40B4-BE49-F238E27FC236}">
                <a16:creationId xmlns:a16="http://schemas.microsoft.com/office/drawing/2014/main" id="{D3CD8370-3B2D-45B5-B89E-2C154A34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146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5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mt-Imán">
            <a:extLst xmlns:a="http://schemas.openxmlformats.org/drawingml/2006/main">
              <a:ext uri="{FF2B5EF4-FFF2-40B4-BE49-F238E27FC236}">
                <a16:creationId xmlns:a16="http://schemas.microsoft.com/office/drawing/2014/main" id="{A122D171-6E4E-4758-87D7-B6C73C0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371" y="300037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B00"/>
                </a:solidFill>
              </a:defRPr>
            </a:pPr>
            <a:r>
              <a:rPr sz="1050" b="1">
                <a:solidFill>
                  <a:srgbClr val="9A5B00"/>
                </a:solidFill>
              </a:rPr>
              <a:t>Imán</a:t>
            </a:r>
          </a:p>
          <a:p xmlns:a="http://schemas.openxmlformats.org/drawingml/2006/main">
            <a:pPr algn="ctr">
              <a:defRPr sz="1050" b="1">
                <a:solidFill>
                  <a:srgbClr val="9A5B00"/>
                </a:solidFill>
              </a:defRPr>
            </a:pPr>
            <a:r>
              <a:rPr sz="1050" b="1">
                <a:solidFill>
                  <a:srgbClr val="9A5B00"/>
                </a:solidFill>
              </a:rPr>
              <a:t>26.68 m</a:t>
            </a:r>
          </a:p>
        </p:txBody>
      </p:sp>
      <p:sp>
        <p:nvSpPr>
          <p:cNvPr id="19" name="wm-Pre-prensa">
            <a:extLst xmlns:a="http://schemas.openxmlformats.org/drawingml/2006/main">
              <a:ext uri="{FF2B5EF4-FFF2-40B4-BE49-F238E27FC236}">
                <a16:creationId xmlns:a16="http://schemas.microsoft.com/office/drawing/2014/main" id="{E9B92222-5F5D-4C51-A423-90FC68D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866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mt-Pre-prensa">
            <a:extLst xmlns:a="http://schemas.openxmlformats.org/drawingml/2006/main">
              <a:ext uri="{FF2B5EF4-FFF2-40B4-BE49-F238E27FC236}">
                <a16:creationId xmlns:a16="http://schemas.microsoft.com/office/drawing/2014/main" id="{CC0B57B8-BCAD-43A1-83EF-153D7101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091" y="23812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794E"/>
                </a:solidFill>
              </a:defRPr>
            </a:pPr>
            <a:r>
              <a:rPr sz="1050" b="1">
                <a:solidFill>
                  <a:srgbClr val="18794E"/>
                </a:solidFill>
              </a:rPr>
              <a:t>Pre-prensa</a:t>
            </a:r>
          </a:p>
          <a:p xmlns:a="http://schemas.openxmlformats.org/drawingml/2006/main">
            <a:pPr algn="ctr">
              <a:defRPr sz="1050" b="1">
                <a:solidFill>
                  <a:srgbClr val="18794E"/>
                </a:solidFill>
              </a:defRPr>
            </a:pPr>
            <a:r>
              <a:rPr sz="1050" b="1">
                <a:solidFill>
                  <a:srgbClr val="18794E"/>
                </a:solidFill>
              </a:rPr>
              <a:t>29.08 m</a:t>
            </a:r>
          </a:p>
        </p:txBody>
      </p:sp>
      <p:sp>
        <p:nvSpPr>
          <p:cNvPr id="21" name="wm-Sprays">
            <a:extLst xmlns:a="http://schemas.openxmlformats.org/drawingml/2006/main">
              <a:ext uri="{FF2B5EF4-FFF2-40B4-BE49-F238E27FC236}">
                <a16:creationId xmlns:a16="http://schemas.microsoft.com/office/drawing/2014/main" id="{B9B7D5FD-DE3C-4235-8A5E-2A36B35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118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mt-Sprays">
            <a:extLst xmlns:a="http://schemas.openxmlformats.org/drawingml/2006/main">
              <a:ext uri="{FF2B5EF4-FFF2-40B4-BE49-F238E27FC236}">
                <a16:creationId xmlns:a16="http://schemas.microsoft.com/office/drawing/2014/main" id="{68D0F925-E040-4F05-B815-6ECC1FDD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43" y="300037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Sprays</a:t>
            </a:r>
          </a:p>
          <a:p xmlns:a="http://schemas.openxmlformats.org/drawingml/2006/main">
            <a:pPr algn="ct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35.99 m</a:t>
            </a:r>
          </a:p>
        </p:txBody>
      </p:sp>
      <p:sp>
        <p:nvSpPr>
          <p:cNvPr id="23" name="wm-Detector">
            <a:extLst xmlns:a="http://schemas.openxmlformats.org/drawingml/2006/main">
              <a:ext uri="{FF2B5EF4-FFF2-40B4-BE49-F238E27FC236}">
                <a16:creationId xmlns:a16="http://schemas.microsoft.com/office/drawing/2014/main" id="{6FE11847-AB02-4681-93C9-208443B6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336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5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mt-Detector">
            <a:extLst xmlns:a="http://schemas.openxmlformats.org/drawingml/2006/main">
              <a:ext uri="{FF2B5EF4-FFF2-40B4-BE49-F238E27FC236}">
                <a16:creationId xmlns:a16="http://schemas.microsoft.com/office/drawing/2014/main" id="{F41BD4ED-9810-4E4D-9043-C1654A47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561" y="23812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5B00"/>
                </a:solidFill>
              </a:defRPr>
            </a:pPr>
            <a:r>
              <a:rPr sz="1050" b="1">
                <a:solidFill>
                  <a:srgbClr val="9A5B00"/>
                </a:solidFill>
              </a:rPr>
              <a:t>Detector</a:t>
            </a:r>
          </a:p>
          <a:p xmlns:a="http://schemas.openxmlformats.org/drawingml/2006/main">
            <a:pPr algn="ctr">
              <a:defRPr sz="1050" b="1">
                <a:solidFill>
                  <a:srgbClr val="9A5B00"/>
                </a:solidFill>
              </a:defRPr>
            </a:pPr>
            <a:r>
              <a:rPr sz="1050" b="1">
                <a:solidFill>
                  <a:srgbClr val="9A5B00"/>
                </a:solidFill>
              </a:rPr>
              <a:t>37.69 m</a:t>
            </a:r>
          </a:p>
        </p:txBody>
      </p:sp>
      <p:sp>
        <p:nvSpPr>
          <p:cNvPr id="25" name="wm-Cuchillas">
            <a:extLst xmlns:a="http://schemas.openxmlformats.org/drawingml/2006/main">
              <a:ext uri="{FF2B5EF4-FFF2-40B4-BE49-F238E27FC236}">
                <a16:creationId xmlns:a16="http://schemas.microsoft.com/office/drawing/2014/main" id="{33490702-A98D-47D1-969E-B37FEA31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776" y="2600325"/>
            <a:ext cx="57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mt-Cuchillas">
            <a:extLst xmlns:a="http://schemas.openxmlformats.org/drawingml/2006/main">
              <a:ext uri="{FF2B5EF4-FFF2-40B4-BE49-F238E27FC236}">
                <a16:creationId xmlns:a16="http://schemas.microsoft.com/office/drawing/2014/main" id="{39E948E6-181A-4436-8042-CAECD84D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001" y="300037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3261E"/>
                </a:solidFill>
              </a:defRPr>
            </a:pPr>
            <a:r>
              <a:rPr sz="1050" b="1">
                <a:solidFill>
                  <a:srgbClr val="B3261E"/>
                </a:solidFill>
              </a:rPr>
              <a:t>Cuchillas</a:t>
            </a:r>
          </a:p>
          <a:p xmlns:a="http://schemas.openxmlformats.org/drawingml/2006/main">
            <a:pPr algn="ctr">
              <a:defRPr sz="1050" b="1">
                <a:solidFill>
                  <a:srgbClr val="B3261E"/>
                </a:solidFill>
              </a:defRPr>
            </a:pPr>
            <a:r>
              <a:rPr sz="1050" b="1">
                <a:solidFill>
                  <a:srgbClr val="B3261E"/>
                </a:solidFill>
              </a:rPr>
              <a:t>39.56 m</a:t>
            </a:r>
          </a:p>
        </p:txBody>
      </p:sp>
      <p:sp>
        <p:nvSpPr>
          <p:cNvPr id="27" name="white-belt-end">
            <a:extLst xmlns:a="http://schemas.openxmlformats.org/drawingml/2006/main">
              <a:ext uri="{FF2B5EF4-FFF2-40B4-BE49-F238E27FC236}">
                <a16:creationId xmlns:a16="http://schemas.microsoft.com/office/drawing/2014/main" id="{E033E9A3-CB73-48B5-9CDC-04AEEBC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479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45.0 m</a:t>
            </a:r>
          </a:p>
        </p:txBody>
      </p:sp>
      <p:sp>
        <p:nvSpPr>
          <p:cNvPr id="28" name="rule-white">
            <a:extLst xmlns:a="http://schemas.openxmlformats.org/drawingml/2006/main">
              <a:ext uri="{FF2B5EF4-FFF2-40B4-BE49-F238E27FC236}">
                <a16:creationId xmlns:a16="http://schemas.microsoft.com/office/drawing/2014/main" id="{85B05ED0-7B28-42A9-A68D-27D1044E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d-belt-title">
            <a:extLst xmlns:a="http://schemas.openxmlformats.org/drawingml/2006/main">
              <a:ext uri="{FF2B5EF4-FFF2-40B4-BE49-F238E27FC236}">
                <a16:creationId xmlns:a16="http://schemas.microsoft.com/office/drawing/2014/main" id="{9F733312-FC2D-4C98-876A-953621AA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Banda roja · 10.0 m</a:t>
            </a:r>
          </a:p>
        </p:txBody>
      </p:sp>
      <p:sp>
        <p:nvSpPr>
          <p:cNvPr id="30" name="red-belt-times">
            <a:extLst xmlns:a="http://schemas.openxmlformats.org/drawingml/2006/main">
              <a:ext uri="{FF2B5EF4-FFF2-40B4-BE49-F238E27FC236}">
                <a16:creationId xmlns:a16="http://schemas.microsoft.com/office/drawing/2014/main" id="{6BFB45D7-D090-420C-B6A6-31A9BB4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3"/>
                </a:solidFill>
              </a:defRPr>
            </a:pPr>
            <a:r>
              <a:rPr sz="1275" b="1">
                <a:solidFill>
                  <a:srgbClr val="607083"/>
                </a:solidFill>
              </a:rPr>
              <a:t>41.4 s @ 14.5 m/min   ·   54.2 s @ 11.11 m/min</a:t>
            </a:r>
          </a:p>
        </p:txBody>
      </p:sp>
      <p:sp>
        <p:nvSpPr>
          <p:cNvPr id="31" name="red-belt-line">
            <a:extLst xmlns:a="http://schemas.openxmlformats.org/drawingml/2006/main">
              <a:ext uri="{FF2B5EF4-FFF2-40B4-BE49-F238E27FC236}">
                <a16:creationId xmlns:a16="http://schemas.microsoft.com/office/drawing/2014/main" id="{C4657304-9271-4177-839A-DFA0D2BD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ynasteam-span">
            <a:extLst xmlns:a="http://schemas.openxmlformats.org/drawingml/2006/main">
              <a:ext uri="{FF2B5EF4-FFF2-40B4-BE49-F238E27FC236}">
                <a16:creationId xmlns:a16="http://schemas.microsoft.com/office/drawing/2014/main" id="{0DC6953C-2509-47DE-97B4-11C6032E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299" y="4210050"/>
            <a:ext cx="237753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9A5B00"/>
            </a:solidFill>
            <a:prstDash val="solid"/>
          </a:ln>
        </p:spPr>
      </p:sp>
      <p:sp>
        <p:nvSpPr>
          <p:cNvPr id="33" name="dynasteam-label">
            <a:extLst xmlns:a="http://schemas.openxmlformats.org/drawingml/2006/main">
              <a:ext uri="{FF2B5EF4-FFF2-40B4-BE49-F238E27FC236}">
                <a16:creationId xmlns:a16="http://schemas.microsoft.com/office/drawing/2014/main" id="{340A3099-8042-4AE7-85EB-9847B5C4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049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5B00"/>
                </a:solidFill>
              </a:defRPr>
            </a:pPr>
            <a:r>
              <a:rPr sz="1125" b="1">
                <a:solidFill>
                  <a:srgbClr val="9A5B00"/>
                </a:solidFill>
              </a:rPr>
              <a:t>Vapor · Dynasteam  1.86–4.15 m</a:t>
            </a:r>
          </a:p>
        </p:txBody>
      </p:sp>
      <p:sp>
        <p:nvSpPr>
          <p:cNvPr id="34" name="rule-red">
            <a:extLst xmlns:a="http://schemas.openxmlformats.org/drawingml/2006/main">
              <a:ext uri="{FF2B5EF4-FFF2-40B4-BE49-F238E27FC236}">
                <a16:creationId xmlns:a16="http://schemas.microsoft.com/office/drawing/2014/main" id="{03C74C9C-AED2-42C4-8C90-665586E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etal-belt-title">
            <a:extLst xmlns:a="http://schemas.openxmlformats.org/drawingml/2006/main">
              <a:ext uri="{FF2B5EF4-FFF2-40B4-BE49-F238E27FC236}">
                <a16:creationId xmlns:a16="http://schemas.microsoft.com/office/drawing/2014/main" id="{6EB4AF2D-8F91-4088-AC9B-91BB090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536"/>
                </a:solidFill>
              </a:defRPr>
            </a:pPr>
            <a:r>
              <a:rPr sz="1650" b="1">
                <a:solidFill>
                  <a:srgbClr val="162536"/>
                </a:solidFill>
              </a:rPr>
              <a:t>Banda prensa metálica · 16.6 m</a:t>
            </a:r>
          </a:p>
        </p:txBody>
      </p:sp>
      <p:sp>
        <p:nvSpPr>
          <p:cNvPr id="36" name="metal-belt-times">
            <a:extLst xmlns:a="http://schemas.openxmlformats.org/drawingml/2006/main">
              <a:ext uri="{FF2B5EF4-FFF2-40B4-BE49-F238E27FC236}">
                <a16:creationId xmlns:a16="http://schemas.microsoft.com/office/drawing/2014/main" id="{8B44BF3C-27F3-412A-A1EF-C3D2054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07083"/>
                </a:solidFill>
              </a:defRPr>
            </a:pPr>
            <a:r>
              <a:rPr sz="1275" b="1">
                <a:solidFill>
                  <a:srgbClr val="607083"/>
                </a:solidFill>
              </a:rPr>
              <a:t>68.7 s @ 14.5 m/min   ·   89.7 s @ 11.11 m/min</a:t>
            </a:r>
          </a:p>
        </p:txBody>
      </p:sp>
      <p:sp>
        <p:nvSpPr>
          <p:cNvPr id="37" name="metal-belt-line">
            <a:extLst xmlns:a="http://schemas.openxmlformats.org/drawingml/2006/main">
              <a:ext uri="{FF2B5EF4-FFF2-40B4-BE49-F238E27FC236}">
                <a16:creationId xmlns:a16="http://schemas.microsoft.com/office/drawing/2014/main" id="{522E7C42-1D6E-4139-A1EB-3EF0D05C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382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70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rame-0">
            <a:extLst xmlns:a="http://schemas.openxmlformats.org/drawingml/2006/main">
              <a:ext uri="{FF2B5EF4-FFF2-40B4-BE49-F238E27FC236}">
                <a16:creationId xmlns:a16="http://schemas.microsoft.com/office/drawing/2014/main" id="{61D21B27-3D3B-446C-A6A3-90E1ED04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rame-1">
            <a:extLst xmlns:a="http://schemas.openxmlformats.org/drawingml/2006/main">
              <a:ext uri="{FF2B5EF4-FFF2-40B4-BE49-F238E27FC236}">
                <a16:creationId xmlns:a16="http://schemas.microsoft.com/office/drawing/2014/main" id="{D338BA8A-8908-4005-81BE-0C00BCF7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942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rame-2">
            <a:extLst xmlns:a="http://schemas.openxmlformats.org/drawingml/2006/main">
              <a:ext uri="{FF2B5EF4-FFF2-40B4-BE49-F238E27FC236}">
                <a16:creationId xmlns:a16="http://schemas.microsoft.com/office/drawing/2014/main" id="{DF3CCFA3-3570-455D-A7DC-5855632D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733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rame-3">
            <a:extLst xmlns:a="http://schemas.openxmlformats.org/drawingml/2006/main">
              <a:ext uri="{FF2B5EF4-FFF2-40B4-BE49-F238E27FC236}">
                <a16:creationId xmlns:a16="http://schemas.microsoft.com/office/drawing/2014/main" id="{EC71BB71-AA82-40F8-87C5-EA34D18D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rame-4">
            <a:extLst xmlns:a="http://schemas.openxmlformats.org/drawingml/2006/main">
              <a:ext uri="{FF2B5EF4-FFF2-40B4-BE49-F238E27FC236}">
                <a16:creationId xmlns:a16="http://schemas.microsoft.com/office/drawing/2014/main" id="{C8E95AD9-1540-438F-B7DE-F5ED219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17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rame-5">
            <a:extLst xmlns:a="http://schemas.openxmlformats.org/drawingml/2006/main">
              <a:ext uri="{FF2B5EF4-FFF2-40B4-BE49-F238E27FC236}">
                <a16:creationId xmlns:a16="http://schemas.microsoft.com/office/drawing/2014/main" id="{FD8EF247-4A9D-4B5C-92D4-CE7014F4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108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rame-6">
            <a:extLst xmlns:a="http://schemas.openxmlformats.org/drawingml/2006/main">
              <a:ext uri="{FF2B5EF4-FFF2-40B4-BE49-F238E27FC236}">
                <a16:creationId xmlns:a16="http://schemas.microsoft.com/office/drawing/2014/main" id="{721E6AFB-2E5F-4345-8C01-92CBFB2F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6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rame-7">
            <a:extLst xmlns:a="http://schemas.openxmlformats.org/drawingml/2006/main">
              <a:ext uri="{FF2B5EF4-FFF2-40B4-BE49-F238E27FC236}">
                <a16:creationId xmlns:a16="http://schemas.microsoft.com/office/drawing/2014/main" id="{8D60A550-2028-4A15-96EF-0358B6E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92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rame-8">
            <a:extLst xmlns:a="http://schemas.openxmlformats.org/drawingml/2006/main">
              <a:ext uri="{FF2B5EF4-FFF2-40B4-BE49-F238E27FC236}">
                <a16:creationId xmlns:a16="http://schemas.microsoft.com/office/drawing/2014/main" id="{83554C18-A5A7-48EF-B2B2-D5D5222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483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rame-9">
            <a:extLst xmlns:a="http://schemas.openxmlformats.org/drawingml/2006/main">
              <a:ext uri="{FF2B5EF4-FFF2-40B4-BE49-F238E27FC236}">
                <a16:creationId xmlns:a16="http://schemas.microsoft.com/office/drawing/2014/main" id="{0F585961-407D-4FED-BFEC-D21EB69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rame-10">
            <a:extLst xmlns:a="http://schemas.openxmlformats.org/drawingml/2006/main">
              <a:ext uri="{FF2B5EF4-FFF2-40B4-BE49-F238E27FC236}">
                <a16:creationId xmlns:a16="http://schemas.microsoft.com/office/drawing/2014/main" id="{626FD129-8B6C-48FD-8632-DD9EF63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067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rame-11">
            <a:extLst xmlns:a="http://schemas.openxmlformats.org/drawingml/2006/main">
              <a:ext uri="{FF2B5EF4-FFF2-40B4-BE49-F238E27FC236}">
                <a16:creationId xmlns:a16="http://schemas.microsoft.com/office/drawing/2014/main" id="{B2B4EEEB-EA9E-4A63-9258-CB166B1B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858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rame-12">
            <a:extLst xmlns:a="http://schemas.openxmlformats.org/drawingml/2006/main">
              <a:ext uri="{FF2B5EF4-FFF2-40B4-BE49-F238E27FC236}">
                <a16:creationId xmlns:a16="http://schemas.microsoft.com/office/drawing/2014/main" id="{241F2471-52FC-451D-BA81-A7AE6561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rame-13">
            <a:extLst xmlns:a="http://schemas.openxmlformats.org/drawingml/2006/main">
              <a:ext uri="{FF2B5EF4-FFF2-40B4-BE49-F238E27FC236}">
                <a16:creationId xmlns:a16="http://schemas.microsoft.com/office/drawing/2014/main" id="{2F797F40-A95B-46AB-964E-3076074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442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rame-14">
            <a:extLst xmlns:a="http://schemas.openxmlformats.org/drawingml/2006/main">
              <a:ext uri="{FF2B5EF4-FFF2-40B4-BE49-F238E27FC236}">
                <a16:creationId xmlns:a16="http://schemas.microsoft.com/office/drawing/2014/main" id="{32ABC988-9C35-45E6-B755-AA02CD07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233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frame-15">
            <a:extLst xmlns:a="http://schemas.openxmlformats.org/drawingml/2006/main">
              <a:ext uri="{FF2B5EF4-FFF2-40B4-BE49-F238E27FC236}">
                <a16:creationId xmlns:a16="http://schemas.microsoft.com/office/drawing/2014/main" id="{A4F669B3-2C70-4D89-B6AD-D7944462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025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frame-16">
            <a:extLst xmlns:a="http://schemas.openxmlformats.org/drawingml/2006/main">
              <a:ext uri="{FF2B5EF4-FFF2-40B4-BE49-F238E27FC236}">
                <a16:creationId xmlns:a16="http://schemas.microsoft.com/office/drawing/2014/main" id="{B75E2D20-DE0B-4C16-973E-C4990F05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817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frame-17">
            <a:extLst xmlns:a="http://schemas.openxmlformats.org/drawingml/2006/main">
              <a:ext uri="{FF2B5EF4-FFF2-40B4-BE49-F238E27FC236}">
                <a16:creationId xmlns:a16="http://schemas.microsoft.com/office/drawing/2014/main" id="{4571F1C7-CFAF-472E-9EEE-65447C17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608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rame-18">
            <a:extLst xmlns:a="http://schemas.openxmlformats.org/drawingml/2006/main">
              <a:ext uri="{FF2B5EF4-FFF2-40B4-BE49-F238E27FC236}">
                <a16:creationId xmlns:a16="http://schemas.microsoft.com/office/drawing/2014/main" id="{0C138AD7-B26D-42D9-B2AC-A11F7156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34025"/>
            <a:ext cx="38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tal-pitch">
            <a:extLst xmlns:a="http://schemas.openxmlformats.org/drawingml/2006/main">
              <a:ext uri="{FF2B5EF4-FFF2-40B4-BE49-F238E27FC236}">
                <a16:creationId xmlns:a16="http://schemas.microsoft.com/office/drawing/2014/main" id="{A9D1DEA4-44AA-44EC-B263-2C47A4CF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083"/>
                </a:solidFill>
              </a:defRPr>
            </a:pPr>
            <a:r>
              <a:rPr sz="1125" b="1">
                <a:solidFill>
                  <a:srgbClr val="607083"/>
                </a:solidFill>
              </a:rPr>
              <a:t>19 marcos   ·   0.10 + 6×0.75 + 12×0.90 + 1.20 = 16.60 m</a:t>
            </a:r>
          </a:p>
        </p:txBody>
      </p:sp>
    </p:spTree>
    <p:extLst>
      <p:ext uri="{BB962C8B-B14F-4D97-AF65-F5344CB8AC3E}">
        <p14:creationId xmlns:p14="http://schemas.microsoft.com/office/powerpoint/2010/main" val="1728413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6B73BF6E-14B5-4915-A3AE-9B63E6E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967D2"/>
                </a:solidFill>
              </a:defRPr>
            </a:pPr>
            <a:r>
              <a:rPr sz="1125" b="1">
                <a:solidFill>
                  <a:srgbClr val="1967D2"/>
                </a:solidFill>
              </a:rPr>
              <a:t>LÍNEA 1 · SECCIÓN 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7C67612-C98A-4233-B30A-B4570CF2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536"/>
                </a:solidFill>
              </a:defRPr>
            </a:pPr>
            <a:r>
              <a:rPr sz="2700" b="1">
                <a:solidFill>
                  <a:srgbClr val="162536"/>
                </a:solidFill>
              </a:rPr>
              <a:t>La ecuación maestra suma retención, transporte y merge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102AB08B-4B5E-4689-A4F5-4D4D8A7E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287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01E40AE-F218-40F7-9B7C-001A0D63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5" name="master-eq-frame">
            <a:extLst xmlns:a="http://schemas.openxmlformats.org/drawingml/2006/main">
              <a:ext uri="{FF2B5EF4-FFF2-40B4-BE49-F238E27FC236}">
                <a16:creationId xmlns:a16="http://schemas.microsoft.com/office/drawing/2014/main" id="{7268D297-DFF9-44EF-B7AC-E94EC761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858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dc4ec5a1b4b95"/>
          <a:stretch xmlns:a="http://schemas.openxmlformats.org/drawingml/2006/main"/>
        </p:blipFill>
        <p:spPr>
          <a:xfrm xmlns:a="http://schemas.openxmlformats.org/drawingml/2006/main">
            <a:off x="1332419" y="1790700"/>
            <a:ext cx="9527162" cy="1295400"/>
          </a:xfrm>
          <a:prstGeom xmlns:a="http://schemas.openxmlformats.org/drawingml/2006/main" prst="rect">
            <a:avLst/>
          </a:prstGeom>
        </p:spPr>
      </p:pic>
      <p:sp>
        <p:nvSpPr>
          <p:cNvPr id="7" name="master-index">
            <a:extLst xmlns:a="http://schemas.openxmlformats.org/drawingml/2006/main">
              <a:ext uri="{FF2B5EF4-FFF2-40B4-BE49-F238E27FC236}">
                <a16:creationId xmlns:a16="http://schemas.microsoft.com/office/drawing/2014/main" id="{5B22DE85-F0A5-43B2-B9A1-E2B684C5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083"/>
                </a:solidFill>
              </a:defRPr>
            </a:pPr>
            <a:r>
              <a:rPr sz="1350" b="1">
                <a:solidFill>
                  <a:srgbClr val="607083"/>
                </a:solidFill>
              </a:rPr>
              <a:t>j ∈ {SL1, CL, SL2}     ·     i ∈ {blanca, roja, prensa}</a:t>
            </a:r>
          </a:p>
        </p:txBody>
      </p:sp>
      <p:sp>
        <p:nvSpPr>
          <p:cNvPr id="8" name="master-rule">
            <a:extLst xmlns:a="http://schemas.openxmlformats.org/drawingml/2006/main">
              <a:ext uri="{FF2B5EF4-FFF2-40B4-BE49-F238E27FC236}">
                <a16:creationId xmlns:a16="http://schemas.microsoft.com/office/drawing/2014/main" id="{7467B5BC-856F-4766-B4C3-D10DE278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ending-title">
            <a:extLst xmlns:a="http://schemas.openxmlformats.org/drawingml/2006/main">
              <a:ext uri="{FF2B5EF4-FFF2-40B4-BE49-F238E27FC236}">
                <a16:creationId xmlns:a16="http://schemas.microsoft.com/office/drawing/2014/main" id="{89C9CB8C-4A1E-47F5-BAC1-2062198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536"/>
                </a:solidFill>
              </a:defRPr>
            </a:pPr>
            <a:r>
              <a:rPr sz="1875" b="1">
                <a:solidFill>
                  <a:srgbClr val="162536"/>
                </a:solidFill>
              </a:rPr>
              <a:t>TBD para cerrar el cálculo</a:t>
            </a:r>
          </a:p>
        </p:txBody>
      </p:sp>
      <p:sp>
        <p:nvSpPr>
          <p:cNvPr id="10" name="pending-dot-0">
            <a:extLst xmlns:a="http://schemas.openxmlformats.org/drawingml/2006/main">
              <a:ext uri="{FF2B5EF4-FFF2-40B4-BE49-F238E27FC236}">
                <a16:creationId xmlns:a16="http://schemas.microsoft.com/office/drawing/2014/main" id="{006E69BC-BF5B-4E5C-B96B-BBBBE9CB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ending-label-0">
            <a:extLst xmlns:a="http://schemas.openxmlformats.org/drawingml/2006/main">
              <a:ext uri="{FF2B5EF4-FFF2-40B4-BE49-F238E27FC236}">
                <a16:creationId xmlns:a16="http://schemas.microsoft.com/office/drawing/2014/main" id="{9369F1B5-3F6A-4B2A-B2A8-69D6506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536"/>
                </a:solidFill>
              </a:defRPr>
            </a:pPr>
            <a:r>
              <a:rPr sz="1350" b="1">
                <a:solidFill>
                  <a:srgbClr val="162536"/>
                </a:solidFill>
              </a:rPr>
              <a:t>Silos 5/6</a:t>
            </a:r>
          </a:p>
        </p:txBody>
      </p:sp>
      <p:sp>
        <p:nvSpPr>
          <p:cNvPr id="12" name="pending-value-0">
            <a:extLst xmlns:a="http://schemas.openxmlformats.org/drawingml/2006/main">
              <a:ext uri="{FF2B5EF4-FFF2-40B4-BE49-F238E27FC236}">
                <a16:creationId xmlns:a16="http://schemas.microsoft.com/office/drawing/2014/main" id="{B83ED1C5-1815-4AF8-9DA9-48D508BC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261E"/>
                </a:solidFill>
              </a:defRPr>
            </a:pPr>
            <a:r>
              <a:rPr sz="1350" b="1">
                <a:solidFill>
                  <a:srgbClr val="B3261E"/>
                </a:solidFill>
              </a:rPr>
              <a:t>ρ · V · φ · Fout (descarga)</a:t>
            </a:r>
          </a:p>
        </p:txBody>
      </p:sp>
      <p:sp>
        <p:nvSpPr>
          <p:cNvPr id="13" name="pending-tbd-0">
            <a:extLst xmlns:a="http://schemas.openxmlformats.org/drawingml/2006/main">
              <a:ext uri="{FF2B5EF4-FFF2-40B4-BE49-F238E27FC236}">
                <a16:creationId xmlns:a16="http://schemas.microsoft.com/office/drawing/2014/main" id="{B6BB3376-0C4E-475A-B0B0-3C65CCD8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625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3261E"/>
                </a:solidFill>
              </a:defRPr>
            </a:pPr>
            <a:r>
              <a:rPr sz="1275" b="1">
                <a:solidFill>
                  <a:srgbClr val="B3261E"/>
                </a:solidFill>
              </a:rPr>
              <a:t>TBD</a:t>
            </a:r>
          </a:p>
        </p:txBody>
      </p:sp>
      <p:sp>
        <p:nvSpPr>
          <p:cNvPr id="14" name="pending-dot-1">
            <a:extLst xmlns:a="http://schemas.openxmlformats.org/drawingml/2006/main">
              <a:ext uri="{FF2B5EF4-FFF2-40B4-BE49-F238E27FC236}">
                <a16:creationId xmlns:a16="http://schemas.microsoft.com/office/drawing/2014/main" id="{AF3C935A-3448-4DDC-87DD-1950DD2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nding-label-1">
            <a:extLst xmlns:a="http://schemas.openxmlformats.org/drawingml/2006/main">
              <a:ext uri="{FF2B5EF4-FFF2-40B4-BE49-F238E27FC236}">
                <a16:creationId xmlns:a16="http://schemas.microsoft.com/office/drawing/2014/main" id="{029E78B7-0720-4DE1-BE8B-18ED5C5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536"/>
                </a:solidFill>
              </a:defRPr>
            </a:pPr>
            <a:r>
              <a:rPr sz="1350" b="1">
                <a:solidFill>
                  <a:srgbClr val="162536"/>
                </a:solidFill>
              </a:rPr>
              <a:t>Encolador</a:t>
            </a:r>
          </a:p>
        </p:txBody>
      </p:sp>
      <p:sp>
        <p:nvSpPr>
          <p:cNvPr id="16" name="pending-value-1">
            <a:extLst xmlns:a="http://schemas.openxmlformats.org/drawingml/2006/main">
              <a:ext uri="{FF2B5EF4-FFF2-40B4-BE49-F238E27FC236}">
                <a16:creationId xmlns:a16="http://schemas.microsoft.com/office/drawing/2014/main" id="{3766E465-C985-44C5-A853-11A78CC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57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261E"/>
                </a:solidFill>
              </a:defRPr>
            </a:pPr>
            <a:r>
              <a:rPr sz="1350" b="1">
                <a:solidFill>
                  <a:srgbClr val="B3261E"/>
                </a:solidFill>
              </a:rPr>
              <a:t>tenc · prueba de trazador</a:t>
            </a:r>
          </a:p>
        </p:txBody>
      </p:sp>
      <p:sp>
        <p:nvSpPr>
          <p:cNvPr id="17" name="pending-tbd-1">
            <a:extLst xmlns:a="http://schemas.openxmlformats.org/drawingml/2006/main">
              <a:ext uri="{FF2B5EF4-FFF2-40B4-BE49-F238E27FC236}">
                <a16:creationId xmlns:a16="http://schemas.microsoft.com/office/drawing/2014/main" id="{C46B8A65-E2AB-4096-8C82-687EF85C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57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3261E"/>
                </a:solidFill>
              </a:defRPr>
            </a:pPr>
            <a:r>
              <a:rPr sz="1275" b="1">
                <a:solidFill>
                  <a:srgbClr val="B3261E"/>
                </a:solidFill>
              </a:rPr>
              <a:t>TBD</a:t>
            </a:r>
          </a:p>
        </p:txBody>
      </p:sp>
      <p:sp>
        <p:nvSpPr>
          <p:cNvPr id="18" name="pending-dot-2">
            <a:extLst xmlns:a="http://schemas.openxmlformats.org/drawingml/2006/main">
              <a:ext uri="{FF2B5EF4-FFF2-40B4-BE49-F238E27FC236}">
                <a16:creationId xmlns:a16="http://schemas.microsoft.com/office/drawing/2014/main" id="{A79F109A-795E-41BB-84C6-91A3A043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2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ending-label-2">
            <a:extLst xmlns:a="http://schemas.openxmlformats.org/drawingml/2006/main">
              <a:ext uri="{FF2B5EF4-FFF2-40B4-BE49-F238E27FC236}">
                <a16:creationId xmlns:a16="http://schemas.microsoft.com/office/drawing/2014/main" id="{30F4936B-2615-465E-9A14-56FA72D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536"/>
                </a:solidFill>
              </a:defRPr>
            </a:pPr>
            <a:r>
              <a:rPr sz="1350" b="1">
                <a:solidFill>
                  <a:srgbClr val="162536"/>
                </a:solidFill>
              </a:rPr>
              <a:t>Capas superficiales</a:t>
            </a:r>
          </a:p>
        </p:txBody>
      </p:sp>
      <p:sp>
        <p:nvSpPr>
          <p:cNvPr id="20" name="pending-value-2">
            <a:extLst xmlns:a="http://schemas.openxmlformats.org/drawingml/2006/main">
              <a:ext uri="{FF2B5EF4-FFF2-40B4-BE49-F238E27FC236}">
                <a16:creationId xmlns:a16="http://schemas.microsoft.com/office/drawing/2014/main" id="{263EBC1E-4567-43B1-A17F-5BCB2E5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531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261E"/>
                </a:solidFill>
              </a:defRPr>
            </a:pPr>
            <a:r>
              <a:rPr sz="1350" b="1">
                <a:solidFill>
                  <a:srgbClr val="B3261E"/>
                </a:solidFill>
              </a:rPr>
              <a:t>%SL1 / %SL2 · caudal e1 y e3</a:t>
            </a:r>
          </a:p>
        </p:txBody>
      </p:sp>
      <p:sp>
        <p:nvSpPr>
          <p:cNvPr id="21" name="pending-tbd-2">
            <a:extLst xmlns:a="http://schemas.openxmlformats.org/drawingml/2006/main">
              <a:ext uri="{FF2B5EF4-FFF2-40B4-BE49-F238E27FC236}">
                <a16:creationId xmlns:a16="http://schemas.microsoft.com/office/drawing/2014/main" id="{C6FD5E28-BEE2-4394-A97E-41CA88D1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53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3261E"/>
                </a:solidFill>
              </a:defRPr>
            </a:pPr>
            <a:r>
              <a:rPr sz="1275" b="1">
                <a:solidFill>
                  <a:srgbClr val="B3261E"/>
                </a:solidFill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8994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2026-07-03T15:02:16.5000000Z</dcterms:created>
  <dcterms:modified xsi:type="dcterms:W3CDTF">2026-07-03T15:02:16.5000000Z</dcterms:modified>
</coreProperties>
</file>